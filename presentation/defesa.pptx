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Boa tarde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pela presença dos professores Adriano e Lúcio e por aceitarem o convite pra participar da banca.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no limite,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 figura mostra o efeito de algumas delas sobre uma mesma imagem.
O realce de contraste amplia as diferenças de intensidade por um fator multiplicador. A equalização de histograma redistribui as intensidades na faixa dinâmica disponível. A escala de cinza tira a informação de cor. O desfoque gaussiano faz uma suavização passa-baixa. E a detecção de bordas isola os contornos da imagem.
Além dessas, eu avaliei a binarização adaptativa, o CLAHE, que equaliza o histograma por regiões locais, a redução de ruído por médias não locais e o filtro de mediana.
Quatro das variantes são híbridas, combinando o realce de contraste com o CLAHE ou com a equalização de histograma, em ordens diferentes.
E a imagem original entra como amostra de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Esse patamar não é diretamente comparável ao das varreduras anteriores, porque aqui o treinamento foi mais curto e em resolução maior.
Como complemento, a busca aleatória testou outros valores numa faixa mais ampla. O melhor ficou perto do que a grade encontrou, ainda que medido na validação e não no teste, e contrastes muito altos degradaram bastante o desempenho.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Agradeço mais uma vez a presença dos professores Adriano e Lúcio na banca e também aos professores Daniel e Paulo Cesar, que me orientaram durante o desenvolvimento do trabalho.
Fico à disposição da banca para a etapa seguinte e passo a palavra ao professor Daniel.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2026-09-21T00:05:30Z</dcterms:created>
  <dcterms:modified xsi:type="dcterms:W3CDTF">2026-09-21T00:05:30Z</dcterms:modified>
</cp:coreProperties>
</file>