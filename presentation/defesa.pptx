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com 678 imagens de treino, 127 de validação e 43 de teste.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São 585 imagens, divididas em 468 de treino, 87 de validação e 30 de teste.
Esse conjunto é fortemente desbalanceado: das 468 imagens de treino, 335 pertencem a uma única categoria.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protocolo experimental isola uma única variável.
Foi implementada uma rede neural convolucional clássica e padronizada, com camadas convolucionais, max-pooling, uma camada densa e saída softmax. O treinamento usou o otimizador Adam, com data augmentation em tempo de treino e imagens redimensionadas para um tamanho fixo.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 CPLID, a classe de isoladores normais domina o conjunto de teste, o que dá um piso de 74,42 por cento. No DRNPW, o piso é de 73,33 por cento. Um modelo abaixo desse valor não extrai informação útil das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em 95,35 por cento de acurácia, e todas ampliam o contraste: o realce de contraste simples, a combinação de CLAHE com realce e a combinação de realce com equalização de histograma. O realce simples teve ainda o maior F1-score do conjunto, 96,55 por cento, superando inclusive a imagem original sem tratamento, que alcançou 93,02 por cento de acurácia.
Esse resultado é coerente com a natureza do defeito. As assinaturas visuais do disco ausente e da fratura se concentram na estrutura física do isolador e são realçadas pela ampliação do intervalo tonal.
No outro extremo, as técnicas de suavização e desfoque reduziram consideravelmente o desempenho. O desfoque gaussiano ficou em apenas 67,44 por cento, abaixo da imagem original e abaixo do piso majoritário. Ou seja, um tratamento inadequado piorou o resultado em relação a não tratar a imagem.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 DRNPW, o cenário de inspeção aérea em ambiente operacional real, o comportamento muda.
Com fundos de forte poluição visual, os melhores resultados vieram das combinações que ampliam o contraste. A combinação de realce de contraste e equalização de histograma teve o melhor desempenho, com 83,33 por cento de acurácia e 75,76 por cento de F1-score, contra 63,33 por cento de acurácia e 49,12 por cento de F1-score dos modelos treinados apenas com as imagens originais.
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
Faço aqui uma ressalva: esse melhor resultado supera o piso de 73,33 por cento em 10 pontos percentuais, o equivalente a três imagens de teste, e boa parte das técnicas avaliadas ficou no piso ou abaixo dele. Por isso, a inspeção em ambiente com forte poluição visual permanece como o caso mais desafiador.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Agrupando as 14 técnicas em simples e híbridas, as combinações se destacam com a rede convolucional.
No CPLID, a média de acurácia das técnicas híbridas foi 13,49 pontos percentuais superior à das técnicas simples. No DRNPW, a vantagem foi de 5,17 pontos.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etapa de ajuste automático foi aplicada ao parâmetro do realce de contraste, o fator multiplicador, no DRNPW. Valores menores que 1 reduzem o contraste, e valores maiores que 1 o aumentam.
Primeiro, a busca em grade avaliou cinco valores entre 0,5 e 1,611. O melhor foi o fator 1,333, com 90 por cento de acurácia e 85,3 por cento de F1-score. A redução excessiva de contraste, com fator 0,5, resultou na menor acurácia, 76,7 por cento.
Como complemento, a busca aleatória testou outros valores em uma faixa mais ampla de contraste. O melhor foi 1,4364, com 85,06 por cento de acurácia na validação, e contrastes muito altos degradaram bastante o desempenho.
Os dois métodos apontam para valores próximos, um pouco acima de 1.
O ganho metodológico é que o ajuste deixa de depender de otimização manual.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COCO. Foram repetidos os treinamentos completos para os dois conjuntos de dados, mantendo as mesmas 14 técnicas de pré-processamento.
O YOLOv8n-cls não superou a rede convolucional. No CPLID, a sua acurácia média foi de 66,28 por cento, contra 84,55, e ele quase não superou o piso majoritário nas 14 técnicas avaliadas. No DRNPW, as duas arquiteturas ficaram na vizinhança do piso.
E a ordem de mérito das técnicas se inverteu. A combinação de CLAHE com realce caiu de 95,35 para 51,16 por cento. A melhor combinação do DRNPW caiu de 83,33 para 53,33. E a escala de cinza subiu de 76,74 para 81,40 por cento.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Reunindo os resultados, destaco o que a metodologia entrega para quem desenvolve um sistema de inspeção de isoladores.
Primeiro, ganho de desempenho. No cenário de campo, a escolha do tratamento levou o F1-score de 49,12 por cento, com as imagens originais, para 75,76 por cento, com a mesma rede.
Segundo, proteção contra a escolha errada. No CPLID, o desfoque gaussiano derrubou a acurácia de 93,02 para 67,44 por cento.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Muito obrigado pela atenção. Fico à disposição da banca para as arguições.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BR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pt-BR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pt-BR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pt-BR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pt-BR" sz="1200" dirty="0"/>
          </a:p>
          <a:p>
            <a:pPr indent="0" marL="0">
              <a:lnSpc>
                <a:spcPct val="115000"/>
              </a:lnSpc>
              <a:buNone/>
            </a:pPr>
            <a:r>
              <a:rPr lang="pt-BR" alt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pt-B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pt-BR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pt-BR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pt-BR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pt-BR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pt-BR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pt-BR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pt-BR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pt-BR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pt-BR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pt-BR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pt-BR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pt-BR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pt-BR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pt-BR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pt-BR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pt-BR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pt-BR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pt-BR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pt-BR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pt-BR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pt-BR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pt-BR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pt-BR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pt-BR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pt-BR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pt-BR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pt-BR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pt-BR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pt-BR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pt-BR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pt-BR" sz="12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pt-BR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pt-BR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pt-BR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pt-BR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pt-BR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pt-BR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pt-BR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pt-BR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pt-BR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pt-BR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pt-BR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pt-BR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pt-BR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pt-BR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pt-BR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pt-BR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pt-BR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pt-BR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pt-BR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pt-BR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pt-BR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pt-BR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pt-BR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pt-BR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pt-BR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pt-BR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pt-BR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pt-BR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pt-BR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pt-BR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pt-BR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BR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pt-BR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pt-BR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pt-BR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pt-BR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pt-BR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pt-BR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pt-BR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pt-BR" alt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pt-BR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pt-BR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pt-BR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pt-BR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pt-BR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pt-BR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pt-BR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pt-BR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treino, 127 de validação e 43 de teste</a:t>
            </a:r>
            <a:endParaRPr lang="pt-BR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pt-BR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imagens: 468 treino, 87 validação, 30 teste</a:t>
            </a:r>
            <a:endParaRPr lang="pt-BR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pt-BR" alt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Desbalanceado: 335 imagens de treino em uma única classe</a:t>
            </a:r>
            <a:endParaRPr lang="pt-BR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pt-BR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pt-BR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pt-BR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pt-BR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pt-BR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pt-BR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pt-BR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pt-BR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2200" dirty="0"/>
          </a:p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pt-BR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pt-BR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pt-BR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pt-BR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pt-BR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pt-BR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pt-BR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pt-BR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pt-BR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pt-BR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pt-BR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pt-BR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pt-BR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pt-BR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pt-BR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pt-BR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pt-BR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pt-BR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pt-BR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pt-BR" alt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pt-BR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pt-BR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pt-BR" alt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pt-BR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pt-BR" alt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de 10 pontos percentuais sobre o piso de 73,33%.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pt-BR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pt-BR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pt-BR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pt-B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pt-BR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pt-BR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pt-BR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acurácia, 85,3% de F1-score</a:t>
            </a:r>
            <a:endParaRPr lang="pt-B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pt-BR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pt-BR" sz="1050" dirty="0"/>
          </a:p>
          <a:p>
            <a:pPr indent="0" marL="0"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pt-BR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pt-BR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pt-B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alt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pt-BR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pt-BR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pt-BR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pt-BR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pt-BR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pt-BR" sz="1100" dirty="0"/>
          </a:p>
          <a:p>
            <a:pPr indent="0" marL="0">
              <a:buNone/>
            </a:pPr>
            <a:r>
              <a:rPr lang="pt-BR" alt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pt-BR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pt-BR" alt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pt-BR" alt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pt-BR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pt-BR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pt-BR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pt-BR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pt-BR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pt-BR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pt-BR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pt-BR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pt-BR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pt-BR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pt-BR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pt-BR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pt-BR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pt-BR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pt-BR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pt-BR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pt-BR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pt-BR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pt-BR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pt-BR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pt-BR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pt-BR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pt-BR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pt-BR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pt-BR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BR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pt-BR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pt-BR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pt-BR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pt-BR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pt-BR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pt-BR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alt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pt-BR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pt-BR" alt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pt-BR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pt-BR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pt-BR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pt-BR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pt-BR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pt-BR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pt-BR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pt-BR" alt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pt-BR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pt-BR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pt-BR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pt-BR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pt-BR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pt-BR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pt-BR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pt-BR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pt-BR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pt-BR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pt-BR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pt-BR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pt-BR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pt-BR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pt-BR" sz="1300" dirty="0"/>
          </a:p>
          <a:p>
            <a:pPr indent="0" marL="0">
              <a:lnSpc>
                <a:spcPct val="120000"/>
              </a:lnSpc>
              <a:buNone/>
            </a:pPr>
            <a:r>
              <a:rPr lang="pt-BR" alt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pt-BR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alt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pt-BR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alt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2026-09-17T05:14:43Z</dcterms:created>
  <dcterms:modified xsi:type="dcterms:W3CDTF">2026-09-17T05:14:43Z</dcterms:modified>
</cp:coreProperties>
</file>