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Boa tarde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Aqui na figura dá pra ver o efeito de algumas delas sobre a mesma imagem.
São técnicas bem diferentes entre si. Umas mexem no contraste, outras tiram a cor, outras suavizam ou isolam os contornos. Cada uma destaca uma coisa e apaga outra.
Quatro dessas variantes são híbridas, combinando duas técnicas em sequência. E a imagem original entra como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Esse patamar não é diretamente comparável ao das varreduras anteriores, porque aqui o treinamento foi mais curto e em resolução maior.
Como complemento, a busca aleatória testou outros valores numa faixa mais ampla. O melhor ficou perto do que a grade encontrou, ainda que medido na validação e não no teste, e contrastes muito altos degradaram bastante o desempenho.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2026-09-21T00:52:24Z</dcterms:created>
  <dcterms:modified xsi:type="dcterms:W3CDTF">2026-09-21T00:52:24Z</dcterms:modified>
</cp:coreProperties>
</file>